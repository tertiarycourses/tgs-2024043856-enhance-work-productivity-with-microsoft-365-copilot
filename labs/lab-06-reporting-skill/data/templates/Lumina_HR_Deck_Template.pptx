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HR service: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cases: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Department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cases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v9.5 | Synthetic Lumina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