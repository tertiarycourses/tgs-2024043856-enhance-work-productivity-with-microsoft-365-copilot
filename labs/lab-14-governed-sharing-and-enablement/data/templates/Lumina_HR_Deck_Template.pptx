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Provide the selected verified snapshot and replace scaffold content. Add source/date/scope notes; do not invent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Q3 HR service: prioritise the overdue backlog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v9.1 | Synthetic Lumina example | 2026-09-30 | All filters All | Slide1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120 cases: reconcile the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v9.1 | Synthetic Lumina example | 2026-09-30 | All filters All | Slide2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Department backlog: compare open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v9.1 | Synthetic Lumina example | 2026-09-30 | All filters All | Slide3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Status and category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v9.1 | Synthetic Lumina example | 2026-09-30 | All filters All | Slide4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30 of 48 closures were on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v9.1 | Synthetic Lumina example | 2026-09-30 | All filters All | Slide5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6 backlog cases have no current owner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v9.1 | Synthetic Lumina example | 2026-09-30 | All filters All | Slide6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Proposed recovery actions and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v9.1 | Synthetic Lumina example | 2026-09-30 | All filters All | Slide7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B3060"/>
                </a:solidFill>
              </a:defRPr>
            </a:pPr>
            <a:r>
              <a:t>Decision requested: review the recovery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Add the verified chart or evidence table for this slide. Separate observed facts from proposed actions.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TGS-2024043856 v9.1 | Synthetic Lumina example | 2026-09-30 | All filters All | Slide8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