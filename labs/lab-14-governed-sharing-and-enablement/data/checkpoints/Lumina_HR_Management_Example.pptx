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 by department</c:v>
                </c:pt>
              </c:strCache>
            </c:strRef>
          </c:tx>
          <c:spPr>
            <a:solidFill>
              <a:srgbClr val="13A89E"/>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HR cases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tblHRCases,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Department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HR_Officers table contains planning inputs, not approval or comprehensive policy/capacity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HR service: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departments/categories/statuses/owners.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cases: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department,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Department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departments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request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cases.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cases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HR officers.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department,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priority/department;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v9.3 | Synthetic Lumina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