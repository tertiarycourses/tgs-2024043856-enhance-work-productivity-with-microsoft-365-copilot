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work orders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tblWorkOrders,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Site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maintenance: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sites/categories/statuses/owners.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orders: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Site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sites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job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priority/site;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