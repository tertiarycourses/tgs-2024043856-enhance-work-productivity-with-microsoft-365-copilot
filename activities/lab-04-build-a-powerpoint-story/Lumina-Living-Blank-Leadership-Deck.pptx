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Sustainable Workspace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The customer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Evidence and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Campaign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Risk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B26"/>
                </a:solidFill>
                <a:latin typeface="Arial"/>
              </a:defRPr>
            </a:pPr>
            <a:r>
              <a:t>Decision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39319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B6372"/>
                </a:solidFill>
                <a:latin typeface="Arial"/>
              </a:defRPr>
            </a:pPr>
            <a:r>
              <a:t>Decision-led evidence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19088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B6372"/>
                </a:solidFill>
                <a:latin typeface="Arial"/>
              </a:defRPr>
            </a:pPr>
            <a:r>
              <a:t>Lumina Living · TGS-2024043856 · © 2026 Tertiary Infotech Academy Pte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